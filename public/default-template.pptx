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0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70" d="100"/>
          <a:sy n="70" d="100"/>
        </p:scale>
        <p:origin x="3120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543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7050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035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1919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729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804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49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124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056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63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824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1EBBB-DCDC-C84D-BA76-21D3A0C3FDBD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4CD1E-C94C-2A49-B819-E356FBE27C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492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EF930DE-96F0-8D19-9932-12C204F363D1}"/>
              </a:ext>
            </a:extLst>
          </p:cNvPr>
          <p:cNvSpPr txBox="1"/>
          <p:nvPr/>
        </p:nvSpPr>
        <p:spPr>
          <a:xfrm>
            <a:off x="377489" y="1759463"/>
            <a:ext cx="9151022" cy="282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762000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查找资料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A6BF0A-1686-E987-4497-AF49DE45872B}"/>
              </a:ext>
            </a:extLst>
          </p:cNvPr>
          <p:cNvSpPr txBox="1"/>
          <p:nvPr/>
        </p:nvSpPr>
        <p:spPr>
          <a:xfrm>
            <a:off x="377489" y="1759462"/>
            <a:ext cx="9151022" cy="28211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381000"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查找资料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8A0992-17B7-CB43-3B2E-A964335DDB75}"/>
              </a:ext>
            </a:extLst>
          </p:cNvPr>
          <p:cNvSpPr txBox="1"/>
          <p:nvPr/>
        </p:nvSpPr>
        <p:spPr>
          <a:xfrm>
            <a:off x="377489" y="1759461"/>
            <a:ext cx="9151022" cy="28211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0">
                  <a:solidFill>
                    <a:schemeClr val="bg1"/>
                  </a:solidFill>
                </a:ln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查找资料</a:t>
            </a:r>
            <a:endParaRPr lang="zh-CN" altLang="zh-CN" sz="1050" b="1" kern="100" dirty="0">
              <a:ln w="0">
                <a:solidFill>
                  <a:schemeClr val="bg1"/>
                </a:solidFill>
              </a:ln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2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EF930DE-96F0-8D19-9932-12C204F363D1}"/>
              </a:ext>
            </a:extLst>
          </p:cNvPr>
          <p:cNvSpPr txBox="1"/>
          <p:nvPr/>
        </p:nvSpPr>
        <p:spPr>
          <a:xfrm>
            <a:off x="377400" y="1759463"/>
            <a:ext cx="9151200" cy="282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762000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借助注释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A6BF0A-1686-E987-4497-AF49DE45872B}"/>
              </a:ext>
            </a:extLst>
          </p:cNvPr>
          <p:cNvSpPr txBox="1"/>
          <p:nvPr/>
        </p:nvSpPr>
        <p:spPr>
          <a:xfrm>
            <a:off x="377400" y="1759462"/>
            <a:ext cx="9151200" cy="28211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381000"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借助注释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8A0992-17B7-CB43-3B2E-A964335DDB75}"/>
              </a:ext>
            </a:extLst>
          </p:cNvPr>
          <p:cNvSpPr txBox="1"/>
          <p:nvPr/>
        </p:nvSpPr>
        <p:spPr>
          <a:xfrm>
            <a:off x="377400" y="1759461"/>
            <a:ext cx="9151200" cy="28211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0">
                  <a:solidFill>
                    <a:schemeClr val="bg1"/>
                  </a:solidFill>
                </a:ln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借助注释</a:t>
            </a:r>
            <a:endParaRPr lang="zh-CN" altLang="zh-CN" sz="1050" b="1" kern="100" dirty="0">
              <a:ln w="0">
                <a:solidFill>
                  <a:schemeClr val="bg1"/>
                </a:solidFill>
              </a:ln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17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EF930DE-96F0-8D19-9932-12C204F363D1}"/>
              </a:ext>
            </a:extLst>
          </p:cNvPr>
          <p:cNvSpPr txBox="1"/>
          <p:nvPr/>
        </p:nvSpPr>
        <p:spPr>
          <a:xfrm>
            <a:off x="523331" y="1850903"/>
            <a:ext cx="9151200" cy="282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762000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借助图片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A6BF0A-1686-E987-4497-AF49DE45872B}"/>
              </a:ext>
            </a:extLst>
          </p:cNvPr>
          <p:cNvSpPr txBox="1"/>
          <p:nvPr/>
        </p:nvSpPr>
        <p:spPr>
          <a:xfrm>
            <a:off x="523331" y="1850902"/>
            <a:ext cx="9151200" cy="28211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381000"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借助图片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8A0992-17B7-CB43-3B2E-A964335DDB75}"/>
              </a:ext>
            </a:extLst>
          </p:cNvPr>
          <p:cNvSpPr txBox="1"/>
          <p:nvPr/>
        </p:nvSpPr>
        <p:spPr>
          <a:xfrm>
            <a:off x="523330" y="1850902"/>
            <a:ext cx="9151200" cy="28211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>
              <a:lnSpc>
                <a:spcPct val="115000"/>
              </a:lnSpc>
              <a:spcAft>
                <a:spcPts val="800"/>
              </a:spcAft>
            </a:pPr>
            <a:r>
              <a:rPr lang="zh-CN" altLang="en-US" sz="16600" b="1" kern="100" dirty="0">
                <a:ln w="0">
                  <a:solidFill>
                    <a:schemeClr val="bg1"/>
                  </a:solidFill>
                </a:ln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借助图片</a:t>
            </a:r>
            <a:endParaRPr lang="zh-CN" altLang="zh-CN" sz="1050" b="1" kern="100" dirty="0">
              <a:ln w="0">
                <a:solidFill>
                  <a:schemeClr val="bg1"/>
                </a:solidFill>
              </a:ln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22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18</Words>
  <Application>Microsoft Macintosh PowerPoint</Application>
  <PresentationFormat>A4 纸张(210x297 毫米)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DengXian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 Di</dc:creator>
  <cp:lastModifiedBy>Di Ju</cp:lastModifiedBy>
  <cp:revision>4</cp:revision>
  <dcterms:created xsi:type="dcterms:W3CDTF">2025-11-24T08:14:44Z</dcterms:created>
  <dcterms:modified xsi:type="dcterms:W3CDTF">2026-01-22T09:08:39Z</dcterms:modified>
</cp:coreProperties>
</file>